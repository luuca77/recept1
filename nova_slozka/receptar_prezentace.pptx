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e Válková" userId="c4fc573ee6ae5f96" providerId="LiveId" clId="{5AE38CAC-093D-4E8E-8F1A-7E5F47EE51C7}"/>
    <pc:docChg chg="undo custSel modSld">
      <pc:chgData name="Lucie Válková" userId="c4fc573ee6ae5f96" providerId="LiveId" clId="{5AE38CAC-093D-4E8E-8F1A-7E5F47EE51C7}" dt="2026-05-13T11:50:44.998" v="63" actId="1076"/>
      <pc:docMkLst>
        <pc:docMk/>
      </pc:docMkLst>
      <pc:sldChg chg="addSp delSp modSp mod">
        <pc:chgData name="Lucie Válková" userId="c4fc573ee6ae5f96" providerId="LiveId" clId="{5AE38CAC-093D-4E8E-8F1A-7E5F47EE51C7}" dt="2026-05-13T11:50:44.998" v="63" actId="1076"/>
        <pc:sldMkLst>
          <pc:docMk/>
          <pc:sldMk cId="0" sldId="256"/>
        </pc:sldMkLst>
        <pc:spChg chg="mod">
          <ac:chgData name="Lucie Válková" userId="c4fc573ee6ae5f96" providerId="LiveId" clId="{5AE38CAC-093D-4E8E-8F1A-7E5F47EE51C7}" dt="2026-05-13T11:50:17.083" v="5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50:22.256" v="59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50:31.785" v="6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50:35.757" v="6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50:39.389" v="62" actId="1076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Lucie Válková" userId="c4fc573ee6ae5f96" providerId="LiveId" clId="{5AE38CAC-093D-4E8E-8F1A-7E5F47EE51C7}" dt="2026-05-13T11:50:44.998" v="63" actId="1076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Lucie Válková" userId="c4fc573ee6ae5f96" providerId="LiveId" clId="{5AE38CAC-093D-4E8E-8F1A-7E5F47EE51C7}" dt="2026-05-13T11:48:08.384" v="0" actId="1076"/>
        <pc:sldMkLst>
          <pc:docMk/>
          <pc:sldMk cId="0" sldId="259"/>
        </pc:sldMkLst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Lucie Válková" userId="c4fc573ee6ae5f96" providerId="LiveId" clId="{5AE38CAC-093D-4E8E-8F1A-7E5F47EE51C7}" dt="2026-05-13T11:48:08.384" v="0" actId="1076"/>
          <ac:spMkLst>
            <pc:docMk/>
            <pc:sldMk cId="0" sldId="259"/>
            <ac:spMk id="2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0"/>
            <a:ext cx="12188952" cy="68580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flipH="1">
            <a:off x="-159391" y="0"/>
            <a:ext cx="159391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7949" y="1492401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5400" b="1" i="0" dirty="0">
                <a:solidFill>
                  <a:srgbClr val="E07B39"/>
                </a:solidFill>
              </a:rPr>
              <a:t>🍽️ </a:t>
            </a:r>
            <a:r>
              <a:rPr sz="5400" b="1" i="0" dirty="0" err="1">
                <a:solidFill>
                  <a:srgbClr val="E07B39"/>
                </a:solidFill>
              </a:rPr>
              <a:t>Receptář</a:t>
            </a:r>
            <a:endParaRPr sz="5400" b="1" i="0" dirty="0">
              <a:solidFill>
                <a:srgbClr val="E07B3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949" y="2697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 err="1">
                <a:solidFill>
                  <a:srgbClr val="333333"/>
                </a:solidFill>
              </a:rPr>
              <a:t>Webová</a:t>
            </a:r>
            <a:r>
              <a:rPr sz="2200" b="0" i="1" dirty="0">
                <a:solidFill>
                  <a:srgbClr val="333333"/>
                </a:solidFill>
              </a:rPr>
              <a:t> </a:t>
            </a:r>
            <a:r>
              <a:rPr sz="2200" b="0" i="1" dirty="0" err="1">
                <a:solidFill>
                  <a:srgbClr val="333333"/>
                </a:solidFill>
              </a:rPr>
              <a:t>aplikace</a:t>
            </a:r>
            <a:r>
              <a:rPr sz="2200" b="0" i="1" dirty="0">
                <a:solidFill>
                  <a:srgbClr val="333333"/>
                </a:solidFill>
              </a:rPr>
              <a:t> pro </a:t>
            </a:r>
            <a:r>
              <a:rPr sz="2200" b="0" i="1" dirty="0" err="1">
                <a:solidFill>
                  <a:srgbClr val="333333"/>
                </a:solidFill>
              </a:rPr>
              <a:t>správu</a:t>
            </a:r>
            <a:r>
              <a:rPr sz="2200" b="0" i="1" dirty="0">
                <a:solidFill>
                  <a:srgbClr val="333333"/>
                </a:solidFill>
              </a:rPr>
              <a:t> a </a:t>
            </a:r>
            <a:r>
              <a:rPr sz="2200" b="0" i="1" dirty="0" err="1">
                <a:solidFill>
                  <a:srgbClr val="333333"/>
                </a:solidFill>
              </a:rPr>
              <a:t>sdílení</a:t>
            </a:r>
            <a:r>
              <a:rPr sz="2200" b="0" i="1" dirty="0">
                <a:solidFill>
                  <a:srgbClr val="333333"/>
                </a:solidFill>
              </a:rPr>
              <a:t> </a:t>
            </a:r>
            <a:r>
              <a:rPr sz="2200" b="0" i="1" dirty="0" err="1">
                <a:solidFill>
                  <a:srgbClr val="333333"/>
                </a:solidFill>
              </a:rPr>
              <a:t>receptů</a:t>
            </a:r>
            <a:endParaRPr sz="2200" b="0" i="1" dirty="0">
              <a:solidFill>
                <a:srgbClr val="33333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7949" y="358293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888888"/>
                </a:solidFill>
              </a:rPr>
              <a:t>Django · Python ·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7949" y="544068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800" b="1" i="0" dirty="0">
                <a:solidFill>
                  <a:srgbClr val="FFFFFF"/>
                </a:solidFill>
              </a:rPr>
              <a:t>Válková, Tomisová, Štaffová</a:t>
            </a:r>
            <a:endParaRPr sz="18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 aplikaci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09728" cy="18288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i="0" dirty="0">
                <a:solidFill>
                  <a:srgbClr val="E07B39"/>
                </a:solidFill>
              </a:rPr>
              <a:t>👤</a:t>
            </a:r>
            <a:r>
              <a:rPr sz="1600" b="1" i="0" dirty="0">
                <a:solidFill>
                  <a:srgbClr val="E07B39"/>
                </a:solidFill>
              </a:rPr>
              <a:t> </a:t>
            </a:r>
            <a:r>
              <a:rPr sz="1600" b="1" i="0" dirty="0" err="1">
                <a:solidFill>
                  <a:srgbClr val="E07B39"/>
                </a:solidFill>
              </a:rPr>
              <a:t>Registrace</a:t>
            </a:r>
            <a:r>
              <a:rPr sz="1600" b="1" i="0" dirty="0">
                <a:solidFill>
                  <a:srgbClr val="E07B39"/>
                </a:solidFill>
              </a:rPr>
              <a:t> a </a:t>
            </a:r>
            <a:r>
              <a:rPr sz="1600" b="1" i="0" dirty="0" err="1">
                <a:solidFill>
                  <a:srgbClr val="E07B39"/>
                </a:solidFill>
              </a:rPr>
              <a:t>přihlášení</a:t>
            </a:r>
            <a:endParaRPr sz="1600" b="1" i="0" dirty="0">
              <a:solidFill>
                <a:srgbClr val="E07B39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Každý uživatel má vlastní účet a spravuje své recepty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48640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109728" cy="18288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361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7B39"/>
                </a:solidFill>
              </a:rPr>
              <a:t>📋 Správa receptů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Přidávání, editace a mazání receptů včetně fotografií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74720"/>
            <a:ext cx="548640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" cy="18288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07B39"/>
                </a:solidFill>
              </a:rPr>
              <a:t>📂 </a:t>
            </a:r>
            <a:r>
              <a:rPr sz="1600" b="1" i="0" dirty="0" err="1">
                <a:solidFill>
                  <a:srgbClr val="E07B39"/>
                </a:solidFill>
              </a:rPr>
              <a:t>Kategorie</a:t>
            </a:r>
            <a:endParaRPr sz="1600" b="1" i="0" dirty="0">
              <a:solidFill>
                <a:srgbClr val="E07B39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Filtrování receptů podle kategorií – polévky, dezerty, hlavní jídla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74720"/>
            <a:ext cx="548640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474720"/>
            <a:ext cx="109728" cy="18288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6393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7B39"/>
                </a:solidFill>
              </a:rPr>
              <a:t>🔐 Zabezpečení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Pouze autor může upravovat nebo mazat vlastní recepty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Použité technologie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56616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600" b="0" i="0" dirty="0">
                <a:solidFill>
                  <a:srgbClr val="E07B39"/>
                </a:solidFill>
              </a:rPr>
              <a:t>🐍</a:t>
            </a:r>
            <a:endParaRPr sz="2600" b="0" i="0" dirty="0">
              <a:solidFill>
                <a:srgbClr val="E07B39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39"/>
                </a:solidFill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Hlavní programovací jazyk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600" b="0" i="0" dirty="0">
                <a:solidFill>
                  <a:srgbClr val="E07B39"/>
                </a:solidFill>
              </a:rPr>
              <a:t>🎸</a:t>
            </a:r>
            <a:endParaRPr sz="2600" b="0" i="0" dirty="0">
              <a:solidFill>
                <a:srgbClr val="E07B39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39"/>
                </a:solidFill>
              </a:rPr>
              <a:t>Django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Webový framework – views, modely, URL, šablony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356616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600" b="0" i="0" dirty="0">
                <a:solidFill>
                  <a:srgbClr val="E07B39"/>
                </a:solidFill>
              </a:rPr>
              <a:t>🗄️</a:t>
            </a:r>
            <a:endParaRPr sz="2600" b="0" i="0" dirty="0">
              <a:solidFill>
                <a:srgbClr val="E07B3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39"/>
                </a:solidFill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06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Databáze – automaticky vytvořena Djangem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356616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600" b="0" i="0" dirty="0">
                <a:solidFill>
                  <a:srgbClr val="E07B39"/>
                </a:solidFill>
              </a:rPr>
              <a:t>🎨</a:t>
            </a:r>
            <a:endParaRPr sz="2600" b="0" i="0" dirty="0">
              <a:solidFill>
                <a:srgbClr val="E07B39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39"/>
                </a:solidFill>
              </a:rPr>
              <a:t>HTML +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33"/>
                </a:solidFill>
              </a:rPr>
              <a:t>Šablony</a:t>
            </a:r>
            <a:r>
              <a:rPr sz="1100" b="0" i="0" dirty="0">
                <a:solidFill>
                  <a:srgbClr val="333333"/>
                </a:solidFill>
              </a:rPr>
              <a:t> a </a:t>
            </a:r>
            <a:r>
              <a:rPr sz="1100" b="0" i="0" dirty="0" err="1">
                <a:solidFill>
                  <a:srgbClr val="333333"/>
                </a:solidFill>
              </a:rPr>
              <a:t>vlastní</a:t>
            </a:r>
            <a:r>
              <a:rPr sz="1100" b="0" i="0" dirty="0">
                <a:solidFill>
                  <a:srgbClr val="333333"/>
                </a:solidFill>
              </a:rPr>
              <a:t> </a:t>
            </a:r>
            <a:r>
              <a:rPr sz="1100" b="0" i="0" dirty="0" err="1">
                <a:solidFill>
                  <a:srgbClr val="333333"/>
                </a:solidFill>
              </a:rPr>
              <a:t>styly</a:t>
            </a:r>
            <a:r>
              <a:rPr sz="1100" b="0" i="0" dirty="0">
                <a:solidFill>
                  <a:srgbClr val="333333"/>
                </a:solidFill>
              </a:rPr>
              <a:t> bez </a:t>
            </a:r>
            <a:r>
              <a:rPr sz="1100" b="0" i="0" dirty="0" err="1">
                <a:solidFill>
                  <a:srgbClr val="333333"/>
                </a:solidFill>
              </a:rPr>
              <a:t>knihoven</a:t>
            </a:r>
            <a:endParaRPr sz="1100" b="0" i="0" dirty="0">
              <a:solidFill>
                <a:srgbClr val="333333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97680" y="3474720"/>
            <a:ext cx="356616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600" b="0" i="0" dirty="0">
                <a:solidFill>
                  <a:srgbClr val="E07B39"/>
                </a:solidFill>
              </a:rPr>
              <a:t>👤</a:t>
            </a:r>
            <a:endParaRPr sz="2600" b="0" i="0" dirty="0">
              <a:solidFill>
                <a:srgbClr val="E07B3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8056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39"/>
                </a:solidFill>
              </a:rPr>
              <a:t>Django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09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Vestavěný systém přihlašování a registrace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474720"/>
            <a:ext cx="3566160" cy="18288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600" b="0" i="0" dirty="0">
                <a:solidFill>
                  <a:srgbClr val="E07B39"/>
                </a:solidFill>
              </a:rPr>
              <a:t>🖼️</a:t>
            </a:r>
            <a:endParaRPr sz="2600" b="0" i="0" dirty="0">
              <a:solidFill>
                <a:srgbClr val="E07B39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7B39"/>
                </a:solidFill>
              </a:rPr>
              <a:t>Pillow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09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Zpracování a nahrávání fotografií receptů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Databázová struktura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2042719" y="1618489"/>
            <a:ext cx="3200400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34159" y="166420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👤 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2719" y="2121409"/>
            <a:ext cx="3200400" cy="201168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79879" y="221284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🔑 id – 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9879" y="257860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username – VARCHAR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9879" y="294436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email – VARCHAR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9879" y="331012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password – VARCHAR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9879" y="367588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is_staff – BOOL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42719" y="4361689"/>
            <a:ext cx="3200400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34159" y="44074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📂  Kategorie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42719" y="4864609"/>
            <a:ext cx="3200400" cy="9144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79879" y="495604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🔑 id – 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9879" y="5321809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nazev – VARCHAR(100)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0279" y="280720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1 : N  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0279" y="491032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1 : N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4719" y="1618489"/>
            <a:ext cx="4114800" cy="5029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06159" y="166420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🍽️  Recept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4719" y="2121409"/>
            <a:ext cx="4114800" cy="3657600"/>
          </a:xfrm>
          <a:prstGeom prst="rect">
            <a:avLst/>
          </a:prstGeom>
          <a:solidFill>
            <a:srgbClr val="FD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1879" y="221284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🔑 id – 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1879" y="255117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nazev – VARCHAR(200)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1879" y="288950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popis –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879" y="32278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postup – 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1879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doba_pripravy – 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1879" y="390448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pocet_porci – 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879" y="4242817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fotka – VARCHAR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1879" y="4581145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datum_pridani – DATETIME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1879" y="4919473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7B39"/>
                </a:solidFill>
              </a:rPr>
              <a:t>🔗 autor_id – INT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1879" y="5257801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7B39"/>
                </a:solidFill>
              </a:rPr>
              <a:t>🔗 kategorie_id – INT (FK)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7B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Děkuji za pozornost!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Receptář – webová aplikace v Django &amp; Pythonu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023360"/>
            <a:ext cx="57881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227</Words>
  <Application>Microsoft Office PowerPoint</Application>
  <PresentationFormat>Vlastní</PresentationFormat>
  <Paragraphs>57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Lucie Válková</cp:lastModifiedBy>
  <cp:revision>4</cp:revision>
  <dcterms:created xsi:type="dcterms:W3CDTF">2013-01-27T09:14:16Z</dcterms:created>
  <dcterms:modified xsi:type="dcterms:W3CDTF">2026-05-13T11:50:45Z</dcterms:modified>
  <cp:category/>
</cp:coreProperties>
</file>